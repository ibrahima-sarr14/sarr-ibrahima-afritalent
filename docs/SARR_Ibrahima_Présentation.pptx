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500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F9A2-35E1-4D2B-8983-D1C1C37BFB6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16C3C-5D65-4258-A519-2F94AE9326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69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F9A2-35E1-4D2B-8983-D1C1C37BFB6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16C3C-5D65-4258-A519-2F94AE9326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2503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F9A2-35E1-4D2B-8983-D1C1C37BFB6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16C3C-5D65-4258-A519-2F94AE9326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0960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F9A2-35E1-4D2B-8983-D1C1C37BFB6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16C3C-5D65-4258-A519-2F94AE9326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4321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F9A2-35E1-4D2B-8983-D1C1C37BFB6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16C3C-5D65-4258-A519-2F94AE9326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8634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F9A2-35E1-4D2B-8983-D1C1C37BFB6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16C3C-5D65-4258-A519-2F94AE9326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098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F9A2-35E1-4D2B-8983-D1C1C37BFB6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16C3C-5D65-4258-A519-2F94AE9326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4887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F9A2-35E1-4D2B-8983-D1C1C37BFB6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16C3C-5D65-4258-A519-2F94AE9326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1368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F9A2-35E1-4D2B-8983-D1C1C37BFB6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16C3C-5D65-4258-A519-2F94AE9326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4450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F9A2-35E1-4D2B-8983-D1C1C37BFB6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16C3C-5D65-4258-A519-2F94AE9326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7033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F9A2-35E1-4D2B-8983-D1C1C37BFB6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16C3C-5D65-4258-A519-2F94AE9326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7415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F9A2-35E1-4D2B-8983-D1C1C37BFB6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16C3C-5D65-4258-A519-2F94AE932643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085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F9A2-35E1-4D2B-8983-D1C1C37BFB6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16C3C-5D65-4258-A519-2F94AE9326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0207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F9A2-35E1-4D2B-8983-D1C1C37BFB6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16C3C-5D65-4258-A519-2F94AE9326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19121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F9A2-35E1-4D2B-8983-D1C1C37BFB6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16C3C-5D65-4258-A519-2F94AE9326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06285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F9A2-35E1-4D2B-8983-D1C1C37BFB6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16C3C-5D65-4258-A519-2F94AE9326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7514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F9A2-35E1-4D2B-8983-D1C1C37BFB6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16C3C-5D65-4258-A519-2F94AE9326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747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F25F9A2-35E1-4D2B-8983-D1C1C37BFB6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716C3C-5D65-4258-A519-2F94AE9326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76663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  <p:sldLayoutId id="214748385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598AF9-48EF-07E2-50A4-049E7A964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-88135"/>
            <a:ext cx="8001000" cy="3745735"/>
          </a:xfrm>
        </p:spPr>
        <p:txBody>
          <a:bodyPr/>
          <a:lstStyle/>
          <a:p>
            <a:r>
              <a:rPr lang="fr-FR" dirty="0" err="1">
                <a:solidFill>
                  <a:srgbClr val="FFA500"/>
                </a:solidFill>
              </a:rPr>
              <a:t>AfriTalent</a:t>
            </a:r>
            <a:endParaRPr lang="fr-FR" dirty="0">
              <a:solidFill>
                <a:srgbClr val="FFA500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80CFB37-A8EC-B7C5-45A9-A671D6EE1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966072"/>
            <a:ext cx="8825658" cy="1672728"/>
          </a:xfrm>
        </p:spPr>
        <p:txBody>
          <a:bodyPr>
            <a:normAutofit lnSpcReduction="10000"/>
          </a:bodyPr>
          <a:lstStyle/>
          <a:p>
            <a:r>
              <a:rPr lang="fr-FR" dirty="0"/>
              <a:t>Plateforme Freelance Africaine</a:t>
            </a:r>
          </a:p>
          <a:p>
            <a:r>
              <a:rPr lang="fr-FR" dirty="0"/>
              <a:t>SARR Ibrahima  - Dev Web S2</a:t>
            </a:r>
          </a:p>
          <a:p>
            <a:r>
              <a:rPr lang="fr-FR" dirty="0"/>
              <a:t>ISI Dakar – Juin 2026</a:t>
            </a:r>
          </a:p>
          <a:p>
            <a:r>
              <a:rPr lang="fr-FR" dirty="0"/>
              <a:t>Professeur : Robert DIASSE</a:t>
            </a:r>
          </a:p>
        </p:txBody>
      </p:sp>
    </p:spTree>
    <p:extLst>
      <p:ext uri="{BB962C8B-B14F-4D97-AF65-F5344CB8AC3E}">
        <p14:creationId xmlns:p14="http://schemas.microsoft.com/office/powerpoint/2010/main" val="2616688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04E31F-9F8D-870E-FA78-6A3651028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5C0427-E952-D4B9-CB84-001BB9D4D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1. Présentation du projet</a:t>
            </a:r>
          </a:p>
          <a:p>
            <a:r>
              <a:rPr lang="fr-FR" dirty="0"/>
              <a:t>2. Choix de design</a:t>
            </a:r>
          </a:p>
          <a:p>
            <a:r>
              <a:rPr lang="fr-FR" dirty="0"/>
              <a:t>3. Architecture du site</a:t>
            </a:r>
          </a:p>
          <a:p>
            <a:r>
              <a:rPr lang="fr-FR" dirty="0"/>
              <a:t>4. Points techniques JS &amp; CSS</a:t>
            </a:r>
          </a:p>
          <a:p>
            <a:r>
              <a:rPr lang="fr-FR" dirty="0"/>
              <a:t>5. GitHub &amp; Déploiement</a:t>
            </a:r>
          </a:p>
          <a:p>
            <a:r>
              <a:rPr lang="fr-FR" dirty="0"/>
              <a:t>6. Difficultés &amp; Solutions</a:t>
            </a:r>
          </a:p>
          <a:p>
            <a:r>
              <a:rPr lang="fr-FR" dirty="0"/>
              <a:t>7. Ressources utilisées</a:t>
            </a:r>
          </a:p>
          <a:p>
            <a:r>
              <a:rPr lang="fr-FR" dirty="0"/>
              <a:t>8. Démonstration live</a:t>
            </a:r>
          </a:p>
          <a:p>
            <a:r>
              <a:rPr lang="fr-FR" dirty="0"/>
              <a:t>9. Conclusion &amp; Perspectives</a:t>
            </a:r>
          </a:p>
        </p:txBody>
      </p:sp>
    </p:spTree>
    <p:extLst>
      <p:ext uri="{BB962C8B-B14F-4D97-AF65-F5344CB8AC3E}">
        <p14:creationId xmlns:p14="http://schemas.microsoft.com/office/powerpoint/2010/main" val="611005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E0AACC-8F91-5405-0F0D-C91E82864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0EE576-237F-C1C1-29DD-760D4F65B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/>
              <a:t>Contexte :</a:t>
            </a:r>
          </a:p>
          <a:p>
            <a:r>
              <a:rPr lang="fr-FR" dirty="0"/>
              <a:t>Projet fil rouge S2 — ISI Dakar</a:t>
            </a:r>
          </a:p>
          <a:p>
            <a:endParaRPr lang="fr-FR" dirty="0"/>
          </a:p>
          <a:p>
            <a:r>
              <a:rPr lang="fr-FR" dirty="0"/>
              <a:t>Objectif :</a:t>
            </a:r>
          </a:p>
          <a:p>
            <a:r>
              <a:rPr lang="fr-FR" dirty="0"/>
              <a:t>Créer une plateforme fictive connectant</a:t>
            </a:r>
          </a:p>
          <a:p>
            <a:r>
              <a:rPr lang="fr-FR" dirty="0"/>
              <a:t>les freelances africains aux entreprises</a:t>
            </a:r>
          </a:p>
          <a:p>
            <a:r>
              <a:rPr lang="fr-FR" dirty="0"/>
              <a:t>du monde entier</a:t>
            </a:r>
          </a:p>
          <a:p>
            <a:endParaRPr lang="fr-FR" dirty="0"/>
          </a:p>
          <a:p>
            <a:r>
              <a:rPr lang="fr-FR" dirty="0"/>
              <a:t>Public cible :</a:t>
            </a:r>
          </a:p>
          <a:p>
            <a:r>
              <a:rPr lang="fr-FR" dirty="0"/>
              <a:t>• Freelances tech africains</a:t>
            </a:r>
          </a:p>
          <a:p>
            <a:r>
              <a:rPr lang="fr-FR" dirty="0"/>
              <a:t>• Entreprises cherchant des talents</a:t>
            </a:r>
          </a:p>
          <a:p>
            <a:r>
              <a:rPr lang="fr-FR" dirty="0"/>
              <a:t>• Startups africaines et internationales</a:t>
            </a:r>
          </a:p>
        </p:txBody>
      </p:sp>
    </p:spTree>
    <p:extLst>
      <p:ext uri="{BB962C8B-B14F-4D97-AF65-F5344CB8AC3E}">
        <p14:creationId xmlns:p14="http://schemas.microsoft.com/office/powerpoint/2010/main" val="552756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4D80AE-0778-BC03-C412-3213970C5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Choix de design — Palette de couleurs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2111A8-E1D8-C4BE-ED30-3221245E9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480084"/>
          </a:xfrm>
        </p:spPr>
        <p:txBody>
          <a:bodyPr>
            <a:normAutofit fontScale="70000" lnSpcReduction="20000"/>
          </a:bodyPr>
          <a:lstStyle/>
          <a:p>
            <a:r>
              <a:rPr lang="fr-FR" dirty="0"/>
              <a:t>🎨 Couleurs principales :</a:t>
            </a:r>
          </a:p>
          <a:p>
            <a:endParaRPr lang="fr-FR" dirty="0"/>
          </a:p>
          <a:p>
            <a:r>
              <a:rPr lang="fr-FR" dirty="0"/>
              <a:t>• Orange principal → #FFA500</a:t>
            </a:r>
          </a:p>
          <a:p>
            <a:r>
              <a:rPr lang="fr-FR" dirty="0"/>
              <a:t>• Noir sombre     → #0D0D0D</a:t>
            </a:r>
          </a:p>
          <a:p>
            <a:r>
              <a:rPr lang="fr-FR" dirty="0"/>
              <a:t>• Fond clair      → #F8F9FA</a:t>
            </a:r>
          </a:p>
          <a:p>
            <a:r>
              <a:rPr lang="fr-FR" dirty="0"/>
              <a:t>• Texte           → #1A1A1A</a:t>
            </a:r>
          </a:p>
          <a:p>
            <a:r>
              <a:rPr lang="fr-FR" dirty="0"/>
              <a:t>• Gris </a:t>
            </a:r>
            <a:r>
              <a:rPr lang="fr-FR" dirty="0" err="1"/>
              <a:t>muted</a:t>
            </a:r>
            <a:r>
              <a:rPr lang="fr-FR" dirty="0"/>
              <a:t>      → #666666</a:t>
            </a:r>
          </a:p>
          <a:p>
            <a:r>
              <a:rPr lang="fr-FR" dirty="0"/>
              <a:t>• Blanc           → #FFFFFF</a:t>
            </a:r>
          </a:p>
          <a:p>
            <a:endParaRPr lang="fr-FR" dirty="0"/>
          </a:p>
          <a:p>
            <a:r>
              <a:rPr lang="fr-FR" dirty="0"/>
              <a:t>🔤 Typographie :</a:t>
            </a:r>
          </a:p>
          <a:p>
            <a:r>
              <a:rPr lang="fr-FR" dirty="0"/>
              <a:t>• Titres   → Playfair Display (élégance)</a:t>
            </a:r>
          </a:p>
          <a:p>
            <a:r>
              <a:rPr lang="fr-FR" dirty="0"/>
              <a:t>• Corps    → DM Sans (lisibilité moderne)</a:t>
            </a:r>
          </a:p>
          <a:p>
            <a:endParaRPr lang="fr-FR" dirty="0"/>
          </a:p>
          <a:p>
            <a:r>
              <a:rPr lang="fr-FR" dirty="0"/>
              <a:t>💡 Inspirations :</a:t>
            </a:r>
          </a:p>
          <a:p>
            <a:r>
              <a:rPr lang="fr-FR" dirty="0"/>
              <a:t>• </a:t>
            </a:r>
            <a:r>
              <a:rPr lang="fr-FR" dirty="0" err="1"/>
              <a:t>Upwork</a:t>
            </a:r>
            <a:r>
              <a:rPr lang="fr-FR" dirty="0"/>
              <a:t>, Malt, </a:t>
            </a:r>
            <a:r>
              <a:rPr lang="fr-FR" dirty="0" err="1"/>
              <a:t>Fiverr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1231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29DBA2-F330-637C-4F3F-B762B93AD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du site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665861-BD51-158A-4895-7678B57C5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31345"/>
            <a:ext cx="8946541" cy="5023691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📁 Structure du projet :</a:t>
            </a:r>
          </a:p>
          <a:p>
            <a:endParaRPr lang="fr-FR" dirty="0"/>
          </a:p>
          <a:p>
            <a:r>
              <a:rPr lang="fr-FR" dirty="0"/>
              <a:t>SARR-Ibrahima-</a:t>
            </a:r>
            <a:r>
              <a:rPr lang="fr-FR" dirty="0" err="1"/>
              <a:t>AfriTalent</a:t>
            </a:r>
            <a:r>
              <a:rPr lang="fr-FR" dirty="0"/>
              <a:t>/</a:t>
            </a:r>
          </a:p>
          <a:p>
            <a:r>
              <a:rPr lang="fr-FR" dirty="0"/>
              <a:t>├── index.html      → Page d'accueil</a:t>
            </a:r>
          </a:p>
          <a:p>
            <a:r>
              <a:rPr lang="fr-FR" dirty="0"/>
              <a:t>├── freelances.html → Catalogue</a:t>
            </a:r>
          </a:p>
          <a:p>
            <a:r>
              <a:rPr lang="fr-FR" dirty="0"/>
              <a:t>├── tarifs.html     → Plans &amp; Prix</a:t>
            </a:r>
          </a:p>
          <a:p>
            <a:r>
              <a:rPr lang="fr-FR" dirty="0"/>
              <a:t>├── about.html      → À propos</a:t>
            </a:r>
          </a:p>
          <a:p>
            <a:r>
              <a:rPr lang="fr-FR" dirty="0"/>
              <a:t>├── contact.html    → Contact</a:t>
            </a:r>
          </a:p>
          <a:p>
            <a:r>
              <a:rPr lang="fr-FR" dirty="0"/>
              <a:t>├── </a:t>
            </a:r>
            <a:r>
              <a:rPr lang="fr-FR" dirty="0" err="1"/>
              <a:t>css</a:t>
            </a:r>
            <a:r>
              <a:rPr lang="fr-FR" dirty="0"/>
              <a:t>/</a:t>
            </a:r>
          </a:p>
          <a:p>
            <a:r>
              <a:rPr lang="fr-FR" dirty="0"/>
              <a:t>│   └── style.css   → Styles</a:t>
            </a:r>
          </a:p>
          <a:p>
            <a:r>
              <a:rPr lang="fr-FR" dirty="0"/>
              <a:t>├── </a:t>
            </a:r>
            <a:r>
              <a:rPr lang="fr-FR" dirty="0" err="1"/>
              <a:t>js</a:t>
            </a:r>
            <a:r>
              <a:rPr lang="fr-FR" dirty="0"/>
              <a:t>/</a:t>
            </a:r>
          </a:p>
          <a:p>
            <a:r>
              <a:rPr lang="fr-FR" dirty="0"/>
              <a:t>│   └── main.js     → JavaScript</a:t>
            </a:r>
          </a:p>
          <a:p>
            <a:r>
              <a:rPr lang="fr-FR" dirty="0"/>
              <a:t>└── images/         → Images</a:t>
            </a:r>
          </a:p>
        </p:txBody>
      </p:sp>
    </p:spTree>
    <p:extLst>
      <p:ext uri="{BB962C8B-B14F-4D97-AF65-F5344CB8AC3E}">
        <p14:creationId xmlns:p14="http://schemas.microsoft.com/office/powerpoint/2010/main" val="2796328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8C8273-0FBE-DF94-DF86-B64743105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700" dirty="0"/>
              <a:t>Pages du site — </a:t>
            </a:r>
            <a:r>
              <a:rPr lang="fr-FR" sz="3900" dirty="0" err="1"/>
              <a:t>Acceuil</a:t>
            </a:r>
            <a:r>
              <a:rPr lang="fr-FR" sz="3700" dirty="0"/>
              <a:t> &amp; Freelances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8B847E01-87AE-9089-AB16-540F71774F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250" y="1853248"/>
            <a:ext cx="5451724" cy="416300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6884F86-1865-2076-E8D4-B9DE69F224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210" y="1853247"/>
            <a:ext cx="6046921" cy="416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440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82BA80-753D-3BB1-E02F-42B99BC2A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Pages du site – Tarifs, A Propos &amp; contact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014D14F6-1A3A-0F0C-A03A-BA2415FF44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1280" y="2012609"/>
            <a:ext cx="4812744" cy="190775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F73D6DB-7BDD-6A1E-6B9F-7718E4C0DD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978" y="2012609"/>
            <a:ext cx="5346851" cy="190775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DB8D1C4-4BEA-C82F-B6A3-07743A8B5E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648" y="4079724"/>
            <a:ext cx="9099934" cy="253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161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1C53CD-5A7D-10F0-07C2-646A949B9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Points Technique - Javascript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BEE594-509D-4524-645E-537A1CA92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8 fonctionnalités JavaScript :</a:t>
            </a:r>
          </a:p>
          <a:p>
            <a:endParaRPr lang="fr-FR" dirty="0"/>
          </a:p>
          <a:p>
            <a:r>
              <a:rPr lang="fr-FR" dirty="0"/>
              <a:t>1. Année dynamique → new Date()</a:t>
            </a:r>
          </a:p>
          <a:p>
            <a:r>
              <a:rPr lang="fr-FR" dirty="0"/>
              <a:t>2. </a:t>
            </a:r>
            <a:r>
              <a:rPr lang="fr-FR" dirty="0" err="1"/>
              <a:t>Navbar</a:t>
            </a:r>
            <a:r>
              <a:rPr lang="fr-FR" dirty="0"/>
              <a:t> au scroll → </a:t>
            </a:r>
            <a:r>
              <a:rPr lang="fr-FR" dirty="0" err="1"/>
              <a:t>window.scrollY</a:t>
            </a:r>
            <a:endParaRPr lang="fr-FR" dirty="0"/>
          </a:p>
          <a:p>
            <a:r>
              <a:rPr lang="fr-FR" dirty="0"/>
              <a:t>3. Dark mode → </a:t>
            </a:r>
            <a:r>
              <a:rPr lang="fr-FR" dirty="0" err="1"/>
              <a:t>localStorage</a:t>
            </a:r>
            <a:endParaRPr lang="fr-FR" dirty="0"/>
          </a:p>
          <a:p>
            <a:r>
              <a:rPr lang="fr-FR" dirty="0"/>
              <a:t>4. Bouton retour en haut → </a:t>
            </a:r>
            <a:r>
              <a:rPr lang="fr-FR" dirty="0" err="1"/>
              <a:t>scrollTo</a:t>
            </a:r>
            <a:r>
              <a:rPr lang="fr-FR" dirty="0"/>
              <a:t>()</a:t>
            </a:r>
          </a:p>
          <a:p>
            <a:r>
              <a:rPr lang="fr-FR" dirty="0"/>
              <a:t>5. Compteurs animés → </a:t>
            </a:r>
            <a:r>
              <a:rPr lang="fr-FR" dirty="0" err="1"/>
              <a:t>IntersectionObserver</a:t>
            </a:r>
            <a:endParaRPr lang="fr-FR" dirty="0"/>
          </a:p>
          <a:p>
            <a:r>
              <a:rPr lang="fr-FR" dirty="0"/>
              <a:t>6. Filtrage freelances → </a:t>
            </a:r>
            <a:r>
              <a:rPr lang="fr-FR" dirty="0" err="1"/>
              <a:t>dataset.categorie</a:t>
            </a:r>
            <a:endParaRPr lang="fr-FR" dirty="0"/>
          </a:p>
          <a:p>
            <a:r>
              <a:rPr lang="fr-FR" dirty="0"/>
              <a:t>7. Animations fade-in → </a:t>
            </a:r>
            <a:r>
              <a:rPr lang="fr-FR" dirty="0" err="1"/>
              <a:t>IntersectionObserver</a:t>
            </a:r>
            <a:endParaRPr lang="fr-FR" dirty="0"/>
          </a:p>
          <a:p>
            <a:r>
              <a:rPr lang="fr-FR" dirty="0"/>
              <a:t>8. Validation formulaire → regex email</a:t>
            </a:r>
          </a:p>
        </p:txBody>
      </p:sp>
    </p:spTree>
    <p:extLst>
      <p:ext uri="{BB962C8B-B14F-4D97-AF65-F5344CB8AC3E}">
        <p14:creationId xmlns:p14="http://schemas.microsoft.com/office/powerpoint/2010/main" val="617373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392F22-D134-7916-EB6D-FF4942EB9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Points techniques – Bootstrap &amp; CSS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5C8C45-53D0-F26F-4E60-A7FDBA4A3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98294"/>
            <a:ext cx="8946541" cy="5001658"/>
          </a:xfrm>
        </p:spPr>
        <p:txBody>
          <a:bodyPr>
            <a:normAutofit fontScale="85000" lnSpcReduction="20000"/>
          </a:bodyPr>
          <a:lstStyle/>
          <a:p>
            <a:r>
              <a:rPr lang="fr-FR" dirty="0"/>
              <a:t>Bootstrap 5.3 utilisé :</a:t>
            </a:r>
          </a:p>
          <a:p>
            <a:r>
              <a:rPr lang="fr-FR" dirty="0"/>
              <a:t>• </a:t>
            </a:r>
            <a:r>
              <a:rPr lang="fr-FR" dirty="0" err="1"/>
              <a:t>Navbar</a:t>
            </a:r>
            <a:r>
              <a:rPr lang="fr-FR" dirty="0"/>
              <a:t> responsive collapse</a:t>
            </a:r>
          </a:p>
          <a:p>
            <a:r>
              <a:rPr lang="fr-FR" dirty="0"/>
              <a:t>• </a:t>
            </a:r>
            <a:r>
              <a:rPr lang="fr-FR" dirty="0" err="1"/>
              <a:t>Carousel</a:t>
            </a:r>
            <a:r>
              <a:rPr lang="fr-FR" dirty="0"/>
              <a:t> 3 slides témoignages</a:t>
            </a:r>
          </a:p>
          <a:p>
            <a:r>
              <a:rPr lang="fr-FR" dirty="0"/>
              <a:t>• </a:t>
            </a:r>
            <a:r>
              <a:rPr lang="fr-FR" dirty="0" err="1"/>
              <a:t>Accordion</a:t>
            </a:r>
            <a:r>
              <a:rPr lang="fr-FR" dirty="0"/>
              <a:t> FAQ tarifs</a:t>
            </a:r>
          </a:p>
          <a:p>
            <a:r>
              <a:rPr lang="fr-FR" dirty="0"/>
              <a:t>• </a:t>
            </a:r>
            <a:r>
              <a:rPr lang="fr-FR" dirty="0" err="1"/>
              <a:t>Grid</a:t>
            </a:r>
            <a:r>
              <a:rPr lang="fr-FR" dirty="0"/>
              <a:t> system (col-lg-4, col-md-6)</a:t>
            </a:r>
          </a:p>
          <a:p>
            <a:r>
              <a:rPr lang="fr-FR" dirty="0"/>
              <a:t>• Boutons et formulaires</a:t>
            </a:r>
          </a:p>
          <a:p>
            <a:endParaRPr lang="fr-FR" dirty="0"/>
          </a:p>
          <a:p>
            <a:r>
              <a:rPr lang="fr-FR" dirty="0"/>
              <a:t>CSS avancé :</a:t>
            </a:r>
          </a:p>
          <a:p>
            <a:r>
              <a:rPr lang="fr-FR" dirty="0"/>
              <a:t>• 8 variables CSS (:root)</a:t>
            </a:r>
          </a:p>
          <a:p>
            <a:r>
              <a:rPr lang="fr-FR" dirty="0"/>
              <a:t>• Bento </a:t>
            </a:r>
            <a:r>
              <a:rPr lang="fr-FR" dirty="0" err="1"/>
              <a:t>Grid</a:t>
            </a:r>
            <a:r>
              <a:rPr lang="fr-FR" dirty="0"/>
              <a:t> (CSS </a:t>
            </a:r>
            <a:r>
              <a:rPr lang="fr-FR" dirty="0" err="1"/>
              <a:t>Grid</a:t>
            </a:r>
            <a:r>
              <a:rPr lang="fr-FR" dirty="0"/>
              <a:t>)</a:t>
            </a:r>
          </a:p>
          <a:p>
            <a:r>
              <a:rPr lang="fr-FR" dirty="0"/>
              <a:t>• Animations @keyframes </a:t>
            </a:r>
            <a:r>
              <a:rPr lang="fr-FR" dirty="0" err="1"/>
              <a:t>float</a:t>
            </a:r>
            <a:endParaRPr lang="fr-FR" dirty="0"/>
          </a:p>
          <a:p>
            <a:r>
              <a:rPr lang="fr-FR" dirty="0"/>
              <a:t>• Dark mode (</a:t>
            </a:r>
            <a:r>
              <a:rPr lang="fr-FR" dirty="0" err="1"/>
              <a:t>body.dark</a:t>
            </a:r>
            <a:r>
              <a:rPr lang="fr-FR" dirty="0"/>
              <a:t>-mode)</a:t>
            </a:r>
          </a:p>
          <a:p>
            <a:r>
              <a:rPr lang="fr-FR" dirty="0"/>
              <a:t>• Media </a:t>
            </a:r>
            <a:r>
              <a:rPr lang="fr-FR" dirty="0" err="1"/>
              <a:t>queries</a:t>
            </a:r>
            <a:r>
              <a:rPr lang="fr-FR" dirty="0"/>
              <a:t> 375px/768px/1200px</a:t>
            </a:r>
          </a:p>
          <a:p>
            <a:r>
              <a:rPr lang="fr-FR" dirty="0"/>
              <a:t>• Pseudo-élément ::</a:t>
            </a:r>
            <a:r>
              <a:rPr lang="fr-FR" dirty="0" err="1"/>
              <a:t>before</a:t>
            </a:r>
            <a:r>
              <a:rPr lang="fr-FR" dirty="0"/>
              <a:t> overlay</a:t>
            </a:r>
          </a:p>
        </p:txBody>
      </p:sp>
    </p:spTree>
    <p:extLst>
      <p:ext uri="{BB962C8B-B14F-4D97-AF65-F5344CB8AC3E}">
        <p14:creationId xmlns:p14="http://schemas.microsoft.com/office/powerpoint/2010/main" val="2278721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54B3D0-8FFE-CCFE-F45D-2AE1DEB88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GitHub &amp; Déploiement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71D8BE-D9A7-C51F-0549-9656B8A72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76260"/>
            <a:ext cx="8946541" cy="5166911"/>
          </a:xfrm>
        </p:spPr>
        <p:txBody>
          <a:bodyPr>
            <a:normAutofit fontScale="85000" lnSpcReduction="20000"/>
          </a:bodyPr>
          <a:lstStyle/>
          <a:p>
            <a:r>
              <a:rPr lang="fr-FR" dirty="0"/>
              <a:t>📦 Historique des </a:t>
            </a:r>
            <a:r>
              <a:rPr lang="fr-FR" dirty="0" err="1"/>
              <a:t>commits</a:t>
            </a:r>
            <a:r>
              <a:rPr lang="fr-FR" dirty="0"/>
              <a:t> :</a:t>
            </a:r>
          </a:p>
          <a:p>
            <a:endParaRPr lang="fr-FR" dirty="0"/>
          </a:p>
          <a:p>
            <a:r>
              <a:rPr lang="fr-FR" dirty="0"/>
              <a:t>1. Init : création dépôt et arborescence</a:t>
            </a:r>
          </a:p>
          <a:p>
            <a:r>
              <a:rPr lang="fr-FR" dirty="0"/>
              <a:t>2. HTML : structure complète des 5 pages</a:t>
            </a:r>
          </a:p>
          <a:p>
            <a:r>
              <a:rPr lang="fr-FR" dirty="0"/>
              <a:t>3. CSS : variables, typographie et </a:t>
            </a:r>
            <a:r>
              <a:rPr lang="fr-FR" dirty="0" err="1"/>
              <a:t>layout</a:t>
            </a:r>
            <a:endParaRPr lang="fr-FR" dirty="0"/>
          </a:p>
          <a:p>
            <a:r>
              <a:rPr lang="fr-FR" dirty="0"/>
              <a:t>4. CSS : Bento </a:t>
            </a:r>
            <a:r>
              <a:rPr lang="fr-FR" dirty="0" err="1"/>
              <a:t>Grid</a:t>
            </a:r>
            <a:r>
              <a:rPr lang="fr-FR" dirty="0"/>
              <a:t>, </a:t>
            </a:r>
            <a:r>
              <a:rPr lang="fr-FR" dirty="0" err="1"/>
              <a:t>hero</a:t>
            </a:r>
            <a:r>
              <a:rPr lang="fr-FR" dirty="0"/>
              <a:t> et catégories</a:t>
            </a:r>
          </a:p>
          <a:p>
            <a:r>
              <a:rPr lang="fr-FR" dirty="0"/>
              <a:t>5. CSS : responsive design mobile/tablette</a:t>
            </a:r>
          </a:p>
          <a:p>
            <a:r>
              <a:rPr lang="fr-FR" dirty="0"/>
              <a:t>6. JS : </a:t>
            </a:r>
            <a:r>
              <a:rPr lang="fr-FR" dirty="0" err="1"/>
              <a:t>dark</a:t>
            </a:r>
            <a:r>
              <a:rPr lang="fr-FR" dirty="0"/>
              <a:t> mode avec </a:t>
            </a:r>
            <a:r>
              <a:rPr lang="fr-FR" dirty="0" err="1"/>
              <a:t>localStorage</a:t>
            </a:r>
            <a:endParaRPr lang="fr-FR" dirty="0"/>
          </a:p>
          <a:p>
            <a:r>
              <a:rPr lang="fr-FR" dirty="0"/>
              <a:t>7. JS : compteurs animés et animations</a:t>
            </a:r>
          </a:p>
          <a:p>
            <a:r>
              <a:rPr lang="fr-FR" dirty="0"/>
              <a:t>8. JS : filtrage freelances et validation</a:t>
            </a:r>
          </a:p>
          <a:p>
            <a:r>
              <a:rPr lang="fr-FR" dirty="0"/>
              <a:t>9. Finalisation : corrections et commentaires</a:t>
            </a:r>
          </a:p>
          <a:p>
            <a:r>
              <a:rPr lang="fr-FR" dirty="0"/>
              <a:t>10. Déploiement : GitHub Pages et README</a:t>
            </a:r>
          </a:p>
          <a:p>
            <a:endParaRPr lang="fr-FR" dirty="0"/>
          </a:p>
          <a:p>
            <a:r>
              <a:rPr lang="fr-FR" dirty="0"/>
              <a:t>🔗 Site en ligne :</a:t>
            </a:r>
          </a:p>
          <a:p>
            <a:r>
              <a:rPr lang="fr-FR" dirty="0"/>
              <a:t>https://ibrahima-sarr14.github.io/SARR-Ibrahima-AfriTalent/</a:t>
            </a:r>
          </a:p>
        </p:txBody>
      </p:sp>
    </p:spTree>
    <p:extLst>
      <p:ext uri="{BB962C8B-B14F-4D97-AF65-F5344CB8AC3E}">
        <p14:creationId xmlns:p14="http://schemas.microsoft.com/office/powerpoint/2010/main" val="957997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D39807-2166-3705-532E-C6BBF6ABC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Difficultés rencontrées &amp; Solutions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FEB454-0F17-A097-B083-9402A28E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214" y="1233890"/>
            <a:ext cx="10168569" cy="5624110"/>
          </a:xfrm>
        </p:spPr>
        <p:txBody>
          <a:bodyPr>
            <a:normAutofit fontScale="55000" lnSpcReduction="20000"/>
          </a:bodyPr>
          <a:lstStyle/>
          <a:p>
            <a:r>
              <a:rPr lang="fr-FR" dirty="0"/>
              <a:t>Difficulté 1 — Conflits Git :</a:t>
            </a:r>
          </a:p>
          <a:p>
            <a:r>
              <a:rPr lang="fr-FR" dirty="0"/>
              <a:t>→ Des marqueurs &lt;&lt;&lt;&lt;&lt;&lt;&lt; HEAD</a:t>
            </a:r>
          </a:p>
          <a:p>
            <a:r>
              <a:rPr lang="fr-FR" dirty="0"/>
              <a:t>  apparaissaient dans le code</a:t>
            </a:r>
          </a:p>
          <a:p>
            <a:r>
              <a:rPr lang="fr-FR" dirty="0"/>
              <a:t>→ Solution : résolution manuelle</a:t>
            </a:r>
          </a:p>
          <a:p>
            <a:r>
              <a:rPr lang="fr-FR" dirty="0"/>
              <a:t>  ligne par ligne</a:t>
            </a:r>
          </a:p>
          <a:p>
            <a:endParaRPr lang="fr-FR" dirty="0"/>
          </a:p>
          <a:p>
            <a:r>
              <a:rPr lang="fr-FR" dirty="0"/>
              <a:t>Difficulté 2 — Dark mode persistant :</a:t>
            </a:r>
          </a:p>
          <a:p>
            <a:r>
              <a:rPr lang="fr-FR" dirty="0"/>
              <a:t>→ Le thème se réinitialisait à chaque page</a:t>
            </a:r>
          </a:p>
          <a:p>
            <a:r>
              <a:rPr lang="fr-FR" dirty="0"/>
              <a:t>→ Solution : </a:t>
            </a:r>
            <a:r>
              <a:rPr lang="fr-FR" dirty="0" err="1"/>
              <a:t>localStorage</a:t>
            </a:r>
            <a:r>
              <a:rPr lang="fr-FR" dirty="0"/>
              <a:t> pour</a:t>
            </a:r>
          </a:p>
          <a:p>
            <a:r>
              <a:rPr lang="fr-FR" dirty="0"/>
              <a:t>  sauvegarder le choix de l'utilisateur</a:t>
            </a:r>
          </a:p>
          <a:p>
            <a:endParaRPr lang="fr-FR" dirty="0"/>
          </a:p>
          <a:p>
            <a:r>
              <a:rPr lang="fr-FR" dirty="0"/>
              <a:t>Difficulté 3 — Google </a:t>
            </a:r>
            <a:r>
              <a:rPr lang="fr-FR" dirty="0" err="1"/>
              <a:t>Maps</a:t>
            </a:r>
            <a:r>
              <a:rPr lang="fr-FR" dirty="0"/>
              <a:t> en local :</a:t>
            </a:r>
          </a:p>
          <a:p>
            <a:r>
              <a:rPr lang="fr-FR" dirty="0"/>
              <a:t>→ La carte refusait de s'afficher</a:t>
            </a:r>
          </a:p>
          <a:p>
            <a:r>
              <a:rPr lang="fr-FR" dirty="0"/>
              <a:t>→ Solution : fonctionne uniquement</a:t>
            </a:r>
          </a:p>
          <a:p>
            <a:r>
              <a:rPr lang="fr-FR" dirty="0"/>
              <a:t>  en ligne sur GitHub Pages</a:t>
            </a:r>
          </a:p>
          <a:p>
            <a:endParaRPr lang="fr-FR" dirty="0"/>
          </a:p>
          <a:p>
            <a:r>
              <a:rPr lang="fr-FR" dirty="0"/>
              <a:t>Difficulté 4 — Filtrage JavaScript :</a:t>
            </a:r>
          </a:p>
          <a:p>
            <a:r>
              <a:rPr lang="fr-FR" dirty="0"/>
              <a:t>→ Afficher/cacher les cartes sans</a:t>
            </a:r>
          </a:p>
          <a:p>
            <a:r>
              <a:rPr lang="fr-FR" dirty="0"/>
              <a:t>  recharger la page</a:t>
            </a:r>
          </a:p>
          <a:p>
            <a:r>
              <a:rPr lang="fr-FR" dirty="0"/>
              <a:t>→ Solution : data-</a:t>
            </a:r>
            <a:r>
              <a:rPr lang="fr-FR" dirty="0" err="1"/>
              <a:t>categorie</a:t>
            </a:r>
            <a:r>
              <a:rPr lang="fr-FR" dirty="0"/>
              <a:t> +</a:t>
            </a:r>
          </a:p>
          <a:p>
            <a:r>
              <a:rPr lang="fr-FR" dirty="0"/>
              <a:t>  </a:t>
            </a:r>
            <a:r>
              <a:rPr lang="fr-FR" dirty="0" err="1"/>
              <a:t>style.display</a:t>
            </a:r>
            <a:r>
              <a:rPr lang="fr-FR" dirty="0"/>
              <a:t> = 'none' / 'block'</a:t>
            </a:r>
          </a:p>
        </p:txBody>
      </p:sp>
    </p:spTree>
    <p:extLst>
      <p:ext uri="{BB962C8B-B14F-4D97-AF65-F5344CB8AC3E}">
        <p14:creationId xmlns:p14="http://schemas.microsoft.com/office/powerpoint/2010/main" val="2850410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369A54-F69E-E83C-D2E5-3251AD232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900" dirty="0"/>
              <a:t>Ressources &amp; Documentation Utilisées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C475E8-9E57-31E2-E0AA-4C58C134D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760" y="1277957"/>
            <a:ext cx="11204154" cy="5354197"/>
          </a:xfrm>
        </p:spPr>
        <p:txBody>
          <a:bodyPr>
            <a:normAutofit fontScale="55000" lnSpcReduction="20000"/>
          </a:bodyPr>
          <a:lstStyle/>
          <a:p>
            <a:r>
              <a:rPr lang="fr-FR" dirty="0"/>
              <a:t>📚 Documentation :</a:t>
            </a:r>
          </a:p>
          <a:p>
            <a:r>
              <a:rPr lang="fr-FR" dirty="0"/>
              <a:t>• MDN Web Docs → developer.mozilla.org</a:t>
            </a:r>
          </a:p>
          <a:p>
            <a:r>
              <a:rPr lang="fr-FR" dirty="0"/>
              <a:t>• W3Schools → w3schools.com</a:t>
            </a:r>
          </a:p>
          <a:p>
            <a:r>
              <a:rPr lang="fr-FR" dirty="0"/>
              <a:t>• Bootstrap Docs → getbootstrap.com</a:t>
            </a:r>
          </a:p>
          <a:p>
            <a:endParaRPr lang="fr-FR" dirty="0"/>
          </a:p>
          <a:p>
            <a:r>
              <a:rPr lang="fr-FR" dirty="0"/>
              <a:t>🎨 Design &amp; Polices :</a:t>
            </a:r>
          </a:p>
          <a:p>
            <a:r>
              <a:rPr lang="fr-FR" dirty="0"/>
              <a:t>• Google Fonts → fonts.google.com</a:t>
            </a:r>
          </a:p>
          <a:p>
            <a:r>
              <a:rPr lang="fr-FR" dirty="0"/>
              <a:t>• Font Awesome → fontawesome.com</a:t>
            </a:r>
          </a:p>
          <a:p>
            <a:r>
              <a:rPr lang="fr-FR" dirty="0"/>
              <a:t>• </a:t>
            </a:r>
            <a:r>
              <a:rPr lang="fr-FR" dirty="0" err="1"/>
              <a:t>Unsplash</a:t>
            </a:r>
            <a:r>
              <a:rPr lang="fr-FR" dirty="0"/>
              <a:t> → unsplash.com (images)</a:t>
            </a:r>
          </a:p>
          <a:p>
            <a:endParaRPr lang="fr-FR" dirty="0"/>
          </a:p>
          <a:p>
            <a:r>
              <a:rPr lang="fr-FR" dirty="0"/>
              <a:t>🛠️ Outils :</a:t>
            </a:r>
          </a:p>
          <a:p>
            <a:r>
              <a:rPr lang="fr-FR" dirty="0"/>
              <a:t>• VS Code → éditeur de code</a:t>
            </a:r>
          </a:p>
          <a:p>
            <a:r>
              <a:rPr lang="fr-FR" dirty="0"/>
              <a:t>• Git &amp; GitHub → versionnage</a:t>
            </a:r>
          </a:p>
          <a:p>
            <a:r>
              <a:rPr lang="fr-FR" dirty="0"/>
              <a:t>• GitHub Pages → déploiement</a:t>
            </a:r>
          </a:p>
          <a:p>
            <a:r>
              <a:rPr lang="fr-FR" dirty="0"/>
              <a:t>• Live Server → test en local</a:t>
            </a:r>
          </a:p>
          <a:p>
            <a:endParaRPr lang="fr-FR" dirty="0"/>
          </a:p>
          <a:p>
            <a:r>
              <a:rPr lang="fr-FR" dirty="0"/>
              <a:t>💡 Inspirations :</a:t>
            </a:r>
          </a:p>
          <a:p>
            <a:r>
              <a:rPr lang="fr-FR" dirty="0"/>
              <a:t>• Upwork.com</a:t>
            </a:r>
          </a:p>
          <a:p>
            <a:r>
              <a:rPr lang="fr-FR" dirty="0"/>
              <a:t>• Malt.fr</a:t>
            </a:r>
          </a:p>
          <a:p>
            <a:r>
              <a:rPr lang="fr-FR" dirty="0"/>
              <a:t>• Fiverr.com</a:t>
            </a:r>
          </a:p>
        </p:txBody>
      </p:sp>
    </p:spTree>
    <p:extLst>
      <p:ext uri="{BB962C8B-B14F-4D97-AF65-F5344CB8AC3E}">
        <p14:creationId xmlns:p14="http://schemas.microsoft.com/office/powerpoint/2010/main" val="3078302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6C4BEB-A6E1-7DD5-2C4E-39303F733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Démonstration Live du Site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9642F4-D45B-C498-D111-62530A256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789560"/>
            <a:ext cx="9404723" cy="4615721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🖥️ Ce que nous allons voir :</a:t>
            </a:r>
          </a:p>
          <a:p>
            <a:endParaRPr lang="fr-FR" dirty="0"/>
          </a:p>
          <a:p>
            <a:r>
              <a:rPr lang="fr-FR" dirty="0"/>
              <a:t>✅ Navigation entre les 5 pages</a:t>
            </a:r>
          </a:p>
          <a:p>
            <a:r>
              <a:rPr lang="fr-FR" dirty="0"/>
              <a:t>✅ Test du </a:t>
            </a:r>
            <a:r>
              <a:rPr lang="fr-FR" dirty="0" err="1"/>
              <a:t>dark</a:t>
            </a:r>
            <a:r>
              <a:rPr lang="fr-FR" dirty="0"/>
              <a:t> mode 🌙</a:t>
            </a:r>
          </a:p>
          <a:p>
            <a:r>
              <a:rPr lang="fr-FR" dirty="0"/>
              <a:t>✅ Test filtrage des freelances</a:t>
            </a:r>
          </a:p>
          <a:p>
            <a:r>
              <a:rPr lang="fr-FR" dirty="0"/>
              <a:t>✅ Test validation formulaire contact</a:t>
            </a:r>
          </a:p>
          <a:p>
            <a:r>
              <a:rPr lang="fr-FR" dirty="0"/>
              <a:t>✅ Test bouton retour en haut</a:t>
            </a:r>
          </a:p>
          <a:p>
            <a:r>
              <a:rPr lang="fr-FR" dirty="0"/>
              <a:t>✅ Test responsive mobile</a:t>
            </a:r>
          </a:p>
          <a:p>
            <a:endParaRPr lang="fr-FR" dirty="0"/>
          </a:p>
          <a:p>
            <a:r>
              <a:rPr lang="fr-FR" dirty="0"/>
              <a:t>🔗 Lien du site :</a:t>
            </a:r>
          </a:p>
          <a:p>
            <a:r>
              <a:rPr lang="fr-FR" dirty="0"/>
              <a:t>https://ibrahima-sarr14.github.io/</a:t>
            </a:r>
          </a:p>
          <a:p>
            <a:r>
              <a:rPr lang="fr-FR" dirty="0"/>
              <a:t>SARR-Ibrahima-</a:t>
            </a:r>
            <a:r>
              <a:rPr lang="fr-FR" dirty="0" err="1"/>
              <a:t>AfriTalent</a:t>
            </a:r>
            <a:r>
              <a:rPr lang="fr-FR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816874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222D74-77E1-E1C9-42A2-881B1D9CC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81CD07-AA9B-9689-C29C-B434F896B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55076"/>
            <a:ext cx="9748302" cy="5244028"/>
          </a:xfrm>
        </p:spPr>
        <p:txBody>
          <a:bodyPr>
            <a:normAutofit fontScale="85000" lnSpcReduction="20000"/>
          </a:bodyPr>
          <a:lstStyle/>
          <a:p>
            <a:r>
              <a:rPr lang="fr-FR" dirty="0"/>
              <a:t>✅ Ce que j'ai réalisé :</a:t>
            </a:r>
          </a:p>
          <a:p>
            <a:endParaRPr lang="fr-FR" dirty="0"/>
          </a:p>
          <a:p>
            <a:r>
              <a:rPr lang="fr-FR" dirty="0"/>
              <a:t>• 5 pages HTML complètes et responsive</a:t>
            </a:r>
          </a:p>
          <a:p>
            <a:r>
              <a:rPr lang="fr-FR" dirty="0"/>
              <a:t>• Design moderne avec palette cohérente</a:t>
            </a:r>
          </a:p>
          <a:p>
            <a:r>
              <a:rPr lang="fr-FR" dirty="0"/>
              <a:t>• 8 fonctionnalités JavaScript</a:t>
            </a:r>
          </a:p>
          <a:p>
            <a:r>
              <a:rPr lang="fr-FR" dirty="0"/>
              <a:t>• 10 </a:t>
            </a:r>
            <a:r>
              <a:rPr lang="fr-FR" dirty="0" err="1"/>
              <a:t>commits</a:t>
            </a:r>
            <a:r>
              <a:rPr lang="fr-FR" dirty="0"/>
              <a:t> Git structurés</a:t>
            </a:r>
          </a:p>
          <a:p>
            <a:r>
              <a:rPr lang="fr-FR" dirty="0"/>
              <a:t>• Site déployé sur GitHub Pages</a:t>
            </a:r>
          </a:p>
          <a:p>
            <a:endParaRPr lang="fr-FR" dirty="0"/>
          </a:p>
          <a:p>
            <a:r>
              <a:rPr lang="fr-FR" dirty="0"/>
              <a:t>📚 Ce que j'ai appris :</a:t>
            </a:r>
          </a:p>
          <a:p>
            <a:r>
              <a:rPr lang="fr-FR" dirty="0"/>
              <a:t>• HTML5 sémantique</a:t>
            </a:r>
          </a:p>
          <a:p>
            <a:r>
              <a:rPr lang="fr-FR" dirty="0"/>
              <a:t>• CSS avancé et variables</a:t>
            </a:r>
          </a:p>
          <a:p>
            <a:r>
              <a:rPr lang="fr-FR" dirty="0"/>
              <a:t>• Bootstrap 5.3</a:t>
            </a:r>
          </a:p>
          <a:p>
            <a:r>
              <a:rPr lang="fr-FR" dirty="0"/>
              <a:t>• JavaScript Vanilla</a:t>
            </a:r>
          </a:p>
          <a:p>
            <a:r>
              <a:rPr lang="fr-FR" dirty="0"/>
              <a:t>• Git &amp; GitHub</a:t>
            </a:r>
          </a:p>
          <a:p>
            <a:r>
              <a:rPr lang="fr-FR" dirty="0"/>
              <a:t>• Déploiement web</a:t>
            </a:r>
          </a:p>
        </p:txBody>
      </p:sp>
    </p:spTree>
    <p:extLst>
      <p:ext uri="{BB962C8B-B14F-4D97-AF65-F5344CB8AC3E}">
        <p14:creationId xmlns:p14="http://schemas.microsoft.com/office/powerpoint/2010/main" val="4204084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1C9B61-FA27-6EDE-4CB7-570A471F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Perspectives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C086BE-26B6-7B05-71C9-6984DAD3C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65244"/>
            <a:ext cx="9404723" cy="5133860"/>
          </a:xfrm>
        </p:spPr>
        <p:txBody>
          <a:bodyPr>
            <a:normAutofit lnSpcReduction="10000"/>
          </a:bodyPr>
          <a:lstStyle/>
          <a:p>
            <a:r>
              <a:rPr lang="fr-FR" dirty="0"/>
              <a:t>🚀 Améliorations futures :</a:t>
            </a:r>
          </a:p>
          <a:p>
            <a:endParaRPr lang="fr-FR" dirty="0"/>
          </a:p>
          <a:p>
            <a:r>
              <a:rPr lang="fr-FR" dirty="0"/>
              <a:t>• Base de données réelle (MySQL/MongoDB)</a:t>
            </a:r>
          </a:p>
          <a:p>
            <a:r>
              <a:rPr lang="fr-FR" dirty="0"/>
              <a:t>• Système d'authentification</a:t>
            </a:r>
          </a:p>
          <a:p>
            <a:r>
              <a:rPr lang="fr-FR" dirty="0"/>
              <a:t>• Messagerie entre freelances et clients</a:t>
            </a:r>
          </a:p>
          <a:p>
            <a:r>
              <a:rPr lang="fr-FR" dirty="0"/>
              <a:t>• Système de paiement en ligne</a:t>
            </a:r>
          </a:p>
          <a:p>
            <a:r>
              <a:rPr lang="fr-FR" dirty="0"/>
              <a:t>• Application mobile native</a:t>
            </a:r>
          </a:p>
          <a:p>
            <a:r>
              <a:rPr lang="fr-FR" dirty="0"/>
              <a:t>• Notation et avis vérifiés</a:t>
            </a:r>
          </a:p>
          <a:p>
            <a:r>
              <a:rPr lang="fr-FR" dirty="0"/>
              <a:t>• Tableau de bord freelance</a:t>
            </a:r>
          </a:p>
          <a:p>
            <a:endParaRPr lang="fr-FR" dirty="0"/>
          </a:p>
          <a:p>
            <a:r>
              <a:rPr lang="fr-FR" dirty="0"/>
              <a:t>Merci pour votre attention ! 🙏</a:t>
            </a:r>
          </a:p>
          <a:p>
            <a:r>
              <a:rPr lang="fr-FR" dirty="0"/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42350013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76</TotalTime>
  <Words>908</Words>
  <Application>Microsoft Office PowerPoint</Application>
  <PresentationFormat>Grand écran</PresentationFormat>
  <Paragraphs>187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Century Gothic</vt:lpstr>
      <vt:lpstr>Wingdings 3</vt:lpstr>
      <vt:lpstr>Ion</vt:lpstr>
      <vt:lpstr>AfriTalent</vt:lpstr>
      <vt:lpstr>Sommaire</vt:lpstr>
      <vt:lpstr>Présentation du projet</vt:lpstr>
      <vt:lpstr>Choix de design — Palette de couleurs</vt:lpstr>
      <vt:lpstr>Architecture du site</vt:lpstr>
      <vt:lpstr>Pages du site — Acceuil &amp; Freelances</vt:lpstr>
      <vt:lpstr>Pages du site – Tarifs, A Propos &amp; contact</vt:lpstr>
      <vt:lpstr>Points Technique - Javascript</vt:lpstr>
      <vt:lpstr>Points techniques – Bootstrap &amp; CSS</vt:lpstr>
      <vt:lpstr>GitHub &amp; Déploiement</vt:lpstr>
      <vt:lpstr>Difficultés rencontrées &amp; Solutions</vt:lpstr>
      <vt:lpstr>Ressources &amp; Documentation Utilisées</vt:lpstr>
      <vt:lpstr>Démonstration Live du Site</vt:lpstr>
      <vt:lpstr>Conclusion</vt:lpstr>
      <vt:lpstr>Perspectives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Ibrahima SARR</dc:creator>
  <cp:lastModifiedBy>Ibrahima SARR</cp:lastModifiedBy>
  <cp:revision>1</cp:revision>
  <dcterms:created xsi:type="dcterms:W3CDTF">2026-06-20T14:40:24Z</dcterms:created>
  <dcterms:modified xsi:type="dcterms:W3CDTF">2026-06-20T15:57:09Z</dcterms:modified>
</cp:coreProperties>
</file>